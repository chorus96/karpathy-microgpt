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7680960" cy="457200"/>
          </a:xfrm>
          <a:prstGeom prst="roundRect">
            <a:avLst>
              <a:gd name="adj" fmla="val 12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</a:t>
            </a:r>
            <a:pPr indent="0" marL="0">
              <a:buNone/>
            </a:pPr>
            <a:r>
              <a:rPr lang="en-US" sz="1600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train.py </a:t>
            </a:r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--steps 500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persistence/train.kr.py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66928" y="2971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Line-by-Line 분석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3703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GPT를 학습하고 가중치를 model.json으로 저장하는 학습 스크립트 (290줄)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1645920" cy="384048"/>
          </a:xfrm>
          <a:prstGeom prst="roundRect">
            <a:avLst>
              <a:gd name="adj" fmla="val 23810"/>
            </a:avLst>
          </a:prstGeom>
          <a:solidFill>
            <a:srgbClr val="7EE78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자동미분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331720" y="4572000"/>
            <a:ext cx="1645920" cy="384048"/>
          </a:xfrm>
          <a:prstGeom prst="roundRect">
            <a:avLst>
              <a:gd name="adj" fmla="val 23810"/>
            </a:avLst>
          </a:prstGeom>
          <a:solidFill>
            <a:srgbClr val="58A6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루프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0" y="4572000"/>
            <a:ext cx="1645920" cy="384048"/>
          </a:xfrm>
          <a:prstGeom prst="roundRect">
            <a:avLst>
              <a:gd name="adj" fmla="val 23810"/>
            </a:avLst>
          </a:prstGeom>
          <a:solidFill>
            <a:srgbClr val="D2A8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897880" y="4572000"/>
            <a:ext cx="1645920" cy="384048"/>
          </a:xfrm>
          <a:prstGeom prst="roundRect">
            <a:avLst>
              <a:gd name="adj" fmla="val 23810"/>
            </a:avLst>
          </a:prstGeom>
          <a:solidFill>
            <a:srgbClr val="FFA6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저장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microgpt · Karpathy · 한국어 주석 버전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구조 한눈에 보기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12680" y="45720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L1–290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82496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08760" y="16276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임포트 &amp; CLI 인자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0" y="164592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L1–33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08760" y="20299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--steps / --output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17920" y="1481328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682496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178040" y="16276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데이터셋 &amp; 토크나이저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424160" y="164592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L35–57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78040" y="20299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input.txt → docs, stoi/itos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2688336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889504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2834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자동미분 엔진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285292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L62–147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08760" y="323697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순전파 + 역전파(미분 법칙)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2688336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2889504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178040" y="2834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 초기화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424160" y="285292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L149–167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78040" y="323697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state_dict (약 4k Value)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895344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4096512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508760" y="40416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아키텍처 gpt()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54880" y="405993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L169–227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508760" y="44439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임베딩→어텐션→MLP→로짓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3895344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2512" y="4096512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178040" y="40416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루프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424160" y="405993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L229–264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78040" y="44439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순전파→backward→Adam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" y="5102352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" y="53035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1508760" y="52486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저장 ★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754880" y="526694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L266–289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508760" y="56509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config+chars+weights→JSON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17920" y="5102352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82512" y="53035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7178040" y="52486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run.py와의 차이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0424160" y="526694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요약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178040" y="56509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학습 vs 추론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임포트 &amp; CLI 인자 파싱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12680" y="45720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L1–33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766560" cy="4480560"/>
          </a:xfrm>
          <a:prstGeom prst="roundRect">
            <a:avLst>
              <a:gd name="adj" fmla="val 12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82496"/>
            <a:ext cx="6437376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13  </a:t>
            </a:r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os, sys, math,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17  </a:t>
            </a:r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json, random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22  </a:t>
            </a:r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num_steps = 500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23  </a:t>
            </a:r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output_path = 'model.json'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25  </a:t>
            </a:r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 = sys.argv[1:]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27  </a:t>
            </a:r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i &lt; len(args):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28  </a:t>
            </a:r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args[i] == '--steps':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29  </a:t>
            </a:r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num_steps = int(args[i+1])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30  </a:t>
            </a:r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elif args[i] == '--output':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31  </a:t>
            </a:r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output_path = args[i+1]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32  </a:t>
            </a:r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else: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33  </a:t>
            </a:r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...; sys.exit(1)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543800" y="1554480"/>
            <a:ext cx="4069080" cy="2103120"/>
          </a:xfrm>
          <a:prstGeom prst="roundRect">
            <a:avLst>
              <a:gd name="adj" fmla="val 2609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44968" y="1682496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임포트 (L13–17)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63256" y="2029968"/>
            <a:ext cx="364845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— 파일 존재 확인, 파일 크기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— model.json 저장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math/random — 학습 계산·난수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run.py보다 os가 추가됨(저장 때문)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543800" y="3794760"/>
            <a:ext cx="4069080" cy="2240280"/>
          </a:xfrm>
          <a:prstGeom prst="roundRect">
            <a:avLst>
              <a:gd name="adj" fmla="val 2449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44968" y="3922776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인자 (L22–33)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63256" y="4270248"/>
            <a:ext cx="3648456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--steps: 학습 스텝 수 (기본 500)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--output: 저장 경로 (기본 model.json)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argparse 없이 while로 직접 파싱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int() 변환, 알 수 없는 인자는 exit(1)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데이터셋 &amp; 토크나이저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12680" y="45720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L35–57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858000" cy="4206240"/>
          </a:xfrm>
          <a:prstGeom prst="roundRect">
            <a:avLst>
              <a:gd name="adj" fmla="val 13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82496"/>
            <a:ext cx="6528816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38  </a:t>
            </a:r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random.seed(42)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40  </a:t>
            </a:r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os.path.exists('input.txt'):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44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urllib...urlretrieve(names_url,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44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'input.txt')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45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 = [l.strip() for l in ...]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46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random.shuffle(docs)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52  </a:t>
            </a:r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chars = ['&lt;BOS&gt;'] + sorted(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52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set(''.join(docs)))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54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stoi = {ch:i for i,ch in ...}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55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itos = {i:ch for i,ch in ...}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56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BOS = stoi['&lt;BOS&gt;']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635240" y="1554480"/>
            <a:ext cx="3977640" cy="2148840"/>
          </a:xfrm>
          <a:prstGeom prst="roundRect">
            <a:avLst>
              <a:gd name="adj" fmla="val 2553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36408" y="1682496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데이터셋 (L38–47)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54696" y="2029968"/>
            <a:ext cx="35570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seed(42): 재현성 확보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input.txt 없으면 makemore 이름 다운로드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줄을 문서(document)로, 셔플로 편향 방지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32,000개 이름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35240" y="3840480"/>
            <a:ext cx="3977640" cy="1920240"/>
          </a:xfrm>
          <a:prstGeom prst="roundRect">
            <a:avLst>
              <a:gd name="adj" fmla="val 285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36408" y="3968496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토크나이저 (L52–56)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54696" y="4315968"/>
            <a:ext cx="35570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문자 단위 + BOS = 어휘 27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set으로 고유 문자 추출 후 정렬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stoi/itos: 문자 ↔ 정수 양방향 변환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자동미분 엔진 — 생성자 &amp; 연산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12680" y="45720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L62–99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7040880" cy="4480560"/>
          </a:xfrm>
          <a:prstGeom prst="roundRect">
            <a:avLst>
              <a:gd name="adj" fmla="val 12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82496"/>
            <a:ext cx="6711696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62  </a:t>
            </a:r>
            <a:pPr algn="l"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Value:</a:t>
            </a:r>
            <a:endParaRPr lang="en-US" sz="108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65  </a:t>
            </a:r>
            <a:pPr algn="l"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__init__(self, data, ...):</a:t>
            </a:r>
            <a:endParaRPr lang="en-US" sz="108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66  </a:t>
            </a:r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self.data = data      # 값</a:t>
            </a:r>
            <a:endParaRPr lang="en-US" sz="108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67  </a:t>
            </a:r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self.grad = 0         # 기울기</a:t>
            </a:r>
            <a:endParaRPr lang="en-US" sz="108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68  </a:t>
            </a:r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self._backward = ...  # 역전파</a:t>
            </a:r>
            <a:endParaRPr lang="en-US" sz="108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69  </a:t>
            </a:r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self._prev = set(...) # 자식</a:t>
            </a:r>
            <a:endParaRPr lang="en-US" sz="108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72  </a:t>
            </a:r>
            <a:pPr algn="l"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__add__(self, other):</a:t>
            </a:r>
            <a:endParaRPr lang="en-US" sz="108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77  </a:t>
            </a:r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self.grad += out.grad</a:t>
            </a:r>
            <a:endParaRPr lang="en-US" sz="108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78  </a:t>
            </a:r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other.grad += out.grad</a:t>
            </a:r>
            <a:endParaRPr lang="en-US" sz="108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82  </a:t>
            </a:r>
            <a:pPr algn="l"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__mul__(self, other):</a:t>
            </a:r>
            <a:endParaRPr lang="en-US" sz="108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87  </a:t>
            </a:r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self.grad += other.data*out.grad</a:t>
            </a:r>
            <a:endParaRPr lang="en-US" sz="108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92  </a:t>
            </a:r>
            <a:pPr algn="l"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__pow__(self, other):</a:t>
            </a:r>
            <a:endParaRPr lang="en-US" sz="108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97  </a:t>
            </a:r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...n*self.data**(n-1)*out.grad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7818120" y="1554480"/>
            <a:ext cx="3794760" cy="2286000"/>
          </a:xfrm>
          <a:prstGeom prst="roundRect">
            <a:avLst>
              <a:gd name="adj" fmla="val 24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19288" y="1682496"/>
            <a:ext cx="3392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스칼라 + 기울기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37576" y="2029968"/>
            <a:ext cx="337413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Value = 값(data) + 기울기(grad)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_prev: 이 값을 만든 입력 노드들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_backward: 이 연산의 미분 규칙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autograd 계산 그래프의 한 노드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18120" y="3977640"/>
            <a:ext cx="3794760" cy="2057400"/>
          </a:xfrm>
          <a:prstGeom prst="roundRect">
            <a:avLst>
              <a:gd name="adj" fmla="val 266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19288" y="4105656"/>
            <a:ext cx="3392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연산 = 미분 법칙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37576" y="4453128"/>
            <a:ext cx="337413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: 기울기를 양쪽에 그대로 (L77–78)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: 상대편 값을 곱해 전달 (곱의 법칙)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 : n·aⁿ⁻¹ (거듭제곱 법칙)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순전파 시 역전파 함수도 함께 정의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자동미분 엔진 — 함수 &amp; backward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12680" y="45720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L101–147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7040880" cy="4480560"/>
          </a:xfrm>
          <a:prstGeom prst="roundRect">
            <a:avLst>
              <a:gd name="adj" fmla="val 12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82496"/>
            <a:ext cx="6711696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  </a:t>
            </a:r>
            <a:pPr algn="l"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log(self): ...</a:t>
            </a:r>
            <a:endParaRPr lang="en-US" sz="108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105  </a:t>
            </a:r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(1/self.data)*out.grad  # 1/a</a:t>
            </a:r>
            <a:endParaRPr lang="en-US" sz="108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109  </a:t>
            </a:r>
            <a:pPr algn="l"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exp(self): ...</a:t>
            </a:r>
            <a:endParaRPr lang="en-US" sz="108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113  </a:t>
            </a:r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out.data*out.grad      # eᵃ</a:t>
            </a:r>
            <a:endParaRPr lang="en-US" sz="108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117  </a:t>
            </a:r>
            <a:pPr algn="l"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relu(self): ...</a:t>
            </a:r>
            <a:endParaRPr lang="en-US" sz="108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121  </a:t>
            </a:r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(out.data&gt;0)*out.grad  # 0/1</a:t>
            </a:r>
            <a:endParaRPr lang="en-US" sz="108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125  </a:t>
            </a:r>
            <a:pPr algn="l"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backward(self):</a:t>
            </a:r>
            <a:endParaRPr lang="en-US" sz="108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126  </a:t>
            </a:r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topo = []; visited = set()</a:t>
            </a:r>
            <a:endParaRPr lang="en-US" sz="108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  </a:t>
            </a:r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build_topo(v): ...</a:t>
            </a:r>
            <a:endParaRPr lang="en-US" sz="108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134  </a:t>
            </a:r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build_topo(self)</a:t>
            </a:r>
            <a:endParaRPr lang="en-US" sz="108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135  </a:t>
            </a:r>
            <a:pPr algn="l"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self.grad = 1</a:t>
            </a:r>
            <a:endParaRPr lang="en-US" sz="108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136  </a:t>
            </a:r>
            <a:pPr algn="l"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v in reversed(topo):</a:t>
            </a:r>
            <a:endParaRPr lang="en-US" sz="108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137  </a:t>
            </a:r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v._backward()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7818120" y="1554480"/>
            <a:ext cx="3794760" cy="2286000"/>
          </a:xfrm>
          <a:prstGeom prst="roundRect">
            <a:avLst>
              <a:gd name="adj" fmla="val 24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19288" y="1682496"/>
            <a:ext cx="3392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초등 함수 미분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37576" y="2029968"/>
            <a:ext cx="337413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log: 도함수 1/a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exp: 도함수 eᵃ (자기 자신)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relu: 양수면 1, 아니면 0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함수가 자기 _backward를 정의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18120" y="3977640"/>
            <a:ext cx="3794760" cy="2057400"/>
          </a:xfrm>
          <a:prstGeom prst="roundRect">
            <a:avLst>
              <a:gd name="adj" fmla="val 266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19288" y="4105656"/>
            <a:ext cx="3392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backward() — 역전파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37576" y="4453128"/>
            <a:ext cx="337413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계산 그래프를 위상 정렬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기울기를 1로 시작 (L135)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역순으로 각 노드 _backward() 호출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연쇄 법칙을 그래프 전체에 적용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파라미터 초기화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12680" y="45720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L149–167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949440" cy="4114800"/>
          </a:xfrm>
          <a:prstGeom prst="roundRect">
            <a:avLst>
              <a:gd name="adj" fmla="val 1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82496"/>
            <a:ext cx="6620256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152  </a:t>
            </a:r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n_embd=16; n_head=4; n_layer=1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155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block_size=8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157  </a:t>
            </a:r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 = lambda nout,nin,std=.02: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157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[[Value(random.gauss(0,std))...]]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158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state_dict = {'wte':..,'wpe':..,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158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'lm_head':..}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160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...attn_wq/wk/wv/wo = matrix(..)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164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...mlp_fc1/fc2 = matrix(..)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166  </a:t>
            </a:r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params = [p for mat...for p in row]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167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 params)  # 약 4064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26680" y="1554480"/>
            <a:ext cx="3886200" cy="2148840"/>
          </a:xfrm>
          <a:prstGeom prst="roundRect">
            <a:avLst>
              <a:gd name="adj" fmla="val 2553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27848" y="1682496"/>
            <a:ext cx="3483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미니어처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46136" y="2029968"/>
            <a:ext cx="346557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16, 헤드 4, 레이어 1, 컨텍스트 8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람다: 가우시안 난수 가중치 생성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wte/wpe: 토큰·위치 임베딩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lm_head: 출력 투영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26680" y="3840480"/>
            <a:ext cx="3886200" cy="1828800"/>
          </a:xfrm>
          <a:prstGeom prst="roundRect">
            <a:avLst>
              <a:gd name="adj" fmla="val 30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27848" y="3968496"/>
            <a:ext cx="3483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 평탄화 (L166)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46136" y="4315968"/>
            <a:ext cx="346557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가중치는 Value 노드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attn_wo·mlp_fc2는 std=0(잔차 안정화)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4,064개를 한 리스트로 → 옵티마이저 순회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아키텍처 gpt() — 순전파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12680" y="45720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L169–227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7040880" cy="4480560"/>
          </a:xfrm>
          <a:prstGeom prst="roundRect">
            <a:avLst>
              <a:gd name="adj" fmla="val 12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82496"/>
            <a:ext cx="6711696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  </a:t>
            </a:r>
            <a:pPr algn="l" indent="0" marL="0">
              <a:lnSpc>
                <a:spcPct val="105000"/>
              </a:lnSpc>
              <a:buNone/>
            </a:pPr>
            <a:r>
              <a:rPr lang="en-US" sz="106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linear/softmax/rmsnorm(...)</a:t>
            </a:r>
            <a:endParaRPr lang="en-US" sz="106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189  </a:t>
            </a:r>
            <a:pPr algn="l" indent="0" marL="0">
              <a:lnSpc>
                <a:spcPct val="105000"/>
              </a:lnSpc>
              <a:buNone/>
            </a:pPr>
            <a:r>
              <a:rPr lang="en-US" sz="106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gpt(token_id, pos_id, ...):</a:t>
            </a:r>
            <a:endParaRPr lang="en-US" sz="106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191  </a:t>
            </a:r>
            <a:pPr algn="l"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tok_emb + pos_emb → x</a:t>
            </a:r>
            <a:endParaRPr lang="en-US" sz="106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194  </a:t>
            </a:r>
            <a:pPr algn="l"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 = rmsnorm(x)</a:t>
            </a:r>
            <a:endParaRPr lang="en-US" sz="106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  </a:t>
            </a:r>
            <a:pPr algn="l" indent="0" marL="0">
              <a:lnSpc>
                <a:spcPct val="105000"/>
              </a:lnSpc>
              <a:buNone/>
            </a:pPr>
            <a:r>
              <a:rPr lang="en-US" sz="1060" b="1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x_residual = x</a:t>
            </a:r>
            <a:endParaRPr lang="en-US" sz="106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 </a:t>
            </a:r>
            <a:pPr algn="l"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q,k,v = linear(x, wq/wk/wv)</a:t>
            </a:r>
            <a:endParaRPr lang="en-US" sz="106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  </a:t>
            </a:r>
            <a:pPr algn="l" indent="0" marL="0">
              <a:lnSpc>
                <a:spcPct val="105000"/>
              </a:lnSpc>
              <a:buNone/>
            </a:pPr>
            <a:r>
              <a:rPr lang="en-US" sz="106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keys[li].append(k)  # KV 캐시</a:t>
            </a:r>
            <a:endParaRPr lang="en-US" sz="106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212  </a:t>
            </a:r>
            <a:pPr algn="l"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attn = softmax(Q·K/√d) · V</a:t>
            </a:r>
            <a:endParaRPr lang="en-US" sz="106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217  </a:t>
            </a:r>
            <a:pPr algn="l" indent="0" marL="0">
              <a:lnSpc>
                <a:spcPct val="105000"/>
              </a:lnSpc>
              <a:buNone/>
            </a:pPr>
            <a:r>
              <a:rPr lang="en-US" sz="1060" b="1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 = attn + x_residual  # 잔차</a:t>
            </a:r>
            <a:endParaRPr lang="en-US" sz="106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221  </a:t>
            </a:r>
            <a:pPr algn="l"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 = linear(x, mlp_fc1)  # 16→64</a:t>
            </a:r>
            <a:endParaRPr lang="en-US" sz="106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222  </a:t>
            </a:r>
            <a:pPr algn="l" indent="0" marL="0">
              <a:lnSpc>
                <a:spcPct val="105000"/>
              </a:lnSpc>
              <a:buNone/>
            </a:pPr>
            <a:r>
              <a:rPr lang="en-US" sz="106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 = [xi.relu()**2 ...]  # ReLU²</a:t>
            </a:r>
            <a:endParaRPr lang="en-US" sz="106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223  </a:t>
            </a:r>
            <a:pPr algn="l"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 = linear(x, mlp_fc2)  # 64→16</a:t>
            </a:r>
            <a:endParaRPr lang="en-US" sz="106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226  </a:t>
            </a:r>
            <a:pPr algn="l" indent="0" marL="0">
              <a:lnSpc>
                <a:spcPct val="105000"/>
              </a:lnSpc>
              <a:buNone/>
            </a:pPr>
            <a:r>
              <a:rPr lang="en-US" sz="106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logits = linear(x, lm_head)</a:t>
            </a:r>
            <a:endParaRPr lang="en-US" sz="1060" dirty="0"/>
          </a:p>
        </p:txBody>
      </p:sp>
      <p:sp>
        <p:nvSpPr>
          <p:cNvPr id="7" name="Shape 5"/>
          <p:cNvSpPr/>
          <p:nvPr/>
        </p:nvSpPr>
        <p:spPr>
          <a:xfrm>
            <a:off x="7818120" y="1554480"/>
            <a:ext cx="3794760" cy="2286000"/>
          </a:xfrm>
          <a:prstGeom prst="roundRect">
            <a:avLst>
              <a:gd name="adj" fmla="val 24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19288" y="1682496"/>
            <a:ext cx="3392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gpt.py와 동일한 구조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37576" y="2029968"/>
            <a:ext cx="337413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→ RMSNorm → 어텐션 → 잔차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RMSNorm → MLP(ReLU²) → 잔차 → 로짓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run.py와 달리 Value로 동작(학습용)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softmax도 Value.exp() 사용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18120" y="3977640"/>
            <a:ext cx="3794760" cy="2057400"/>
          </a:xfrm>
          <a:prstGeom prst="roundRect">
            <a:avLst>
              <a:gd name="adj" fmla="val 266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19288" y="4105656"/>
            <a:ext cx="3392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연산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37576" y="4453128"/>
            <a:ext cx="337413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Q·K 내적/√d로 어텐션 점수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캐시로 이전 K·V 재사용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잔차 연결 2회 (어텐션·MLP 뒤)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ReLU²: Value.relu()의 제곱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루프 — 순전파 &amp; 손실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12680" y="45720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L229–250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949440" cy="4297680"/>
          </a:xfrm>
          <a:prstGeom prst="roundRect">
            <a:avLst>
              <a:gd name="adj" fmla="val 127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82496"/>
            <a:ext cx="6620256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232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learning_rate,beta1,beta2 = ...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233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[0.0]*len(params)  # Adam 1차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234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[0.0]*len(params)  # Adam 2차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237  </a:t>
            </a:r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step in range(num_steps):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238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 = docs[step % len(docs)]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239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tokens = [BOS]+[..]+[BOS]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244  </a:t>
            </a:r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pos_id in range(n):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246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logits = gpt(...)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247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probs = softmax(logits)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248  </a:t>
            </a:r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loss_t = -probs[target].log()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  </a:t>
            </a:r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loss = (1/n)*sum(losses)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635240" y="1554480"/>
            <a:ext cx="3977640" cy="2148840"/>
          </a:xfrm>
          <a:prstGeom prst="roundRect">
            <a:avLst>
              <a:gd name="adj" fmla="val 2553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36408" y="1682496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스텝마다 (L237–239)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54696" y="2029968"/>
            <a:ext cx="35570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 하나를 순환 선택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 끝에 BOS를 붙여 토큰화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min(컨텍스트, 토큰수-1)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모멘트 버퍼 m, v 준비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35240" y="3840480"/>
            <a:ext cx="3977640" cy="2011680"/>
          </a:xfrm>
          <a:prstGeom prst="roundRect">
            <a:avLst>
              <a:gd name="adj" fmla="val 272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36408" y="3968496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손실 (L244–250)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54696" y="4315968"/>
            <a:ext cx="355701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위치에서 다음 토큰 예측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교차 엔트로피: -log(정답 확률)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전체의 평균 손실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3.3 → 2.0으로 감소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루프 — 역전파 &amp; Adam 갱신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12680" y="45720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L252–264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949440" cy="4114800"/>
          </a:xfrm>
          <a:prstGeom prst="roundRect">
            <a:avLst>
              <a:gd name="adj" fmla="val 1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82496"/>
            <a:ext cx="6620256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252  </a:t>
            </a:r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loss.backward()  # 역전파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254  </a:t>
            </a:r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lr_t = lr*(1 - step/num_steps)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  </a:t>
            </a:r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i, p in enumerate(params):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257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m[i] = b1*m[i]+(1-b1)*p.grad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258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v[i] = b2*v[i]+(1-b2)*p.grad**2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259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m_hat = m[i]/(1-b1**(step+1))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260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v_hat = v[i]/(1-b2**(step+1))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261  </a:t>
            </a:r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p.data -= lr_t*m_hat/√v_hat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262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p.grad = 0  # 기울기 초기화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635240" y="1554480"/>
            <a:ext cx="3977640" cy="2148840"/>
          </a:xfrm>
          <a:prstGeom prst="roundRect">
            <a:avLst>
              <a:gd name="adj" fmla="val 2553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36408" y="1682496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역전파 (L252)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54696" y="2029968"/>
            <a:ext cx="35570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loss.backward() 한 줄로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4,000개 파라미터의 기울기 계산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그래프를 역순으로 순회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35240" y="3840480"/>
            <a:ext cx="3977640" cy="2011680"/>
          </a:xfrm>
          <a:prstGeom prst="roundRect">
            <a:avLst>
              <a:gd name="adj" fmla="val 272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36408" y="3968496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갱신 (L254–262)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54696" y="4315968"/>
            <a:ext cx="355701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 학습률 감소 (후반 미세조정)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1차·2차 모멘트 이동평균 + 편향보정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적응적으로 파라미터 갱신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갱신 후 기울기 0으로 리셋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★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학습된 모델 저장 (이 스크립트의 고유 부분)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12680" y="45720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L266–289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7040880" cy="4297680"/>
          </a:xfrm>
          <a:prstGeom prst="roundRect">
            <a:avLst>
              <a:gd name="adj" fmla="val 127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82496"/>
            <a:ext cx="6711696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269  </a:t>
            </a:r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{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271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'config': {n_embd, n_head,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272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n_layer, block_size, vocab},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279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'chars': chars,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281  </a:t>
            </a:r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'weights': {k:[[p.data ...]]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281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k,mat in state_dict}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282  </a:t>
            </a:r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284  </a:t>
            </a:r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open(output_path,'w') as f: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285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json.dump(model, f)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287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size_kb = os.path.getsize(...)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818120" y="1554480"/>
            <a:ext cx="3794760" cy="2514600"/>
          </a:xfrm>
          <a:prstGeom prst="roundRect">
            <a:avLst>
              <a:gd name="adj" fmla="val 2182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19288" y="1682496"/>
            <a:ext cx="3392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model.json 3요소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37576" y="2029968"/>
            <a:ext cx="3374136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config: 하이퍼파라미터 → 아키텍처 복원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chars: 토크나이저 (인코딩/디코딩)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weights: 학습된 값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재구성에 필요한 전부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18120" y="4206240"/>
            <a:ext cx="3794760" cy="1600200"/>
          </a:xfrm>
          <a:prstGeom prst="roundRect">
            <a:avLst>
              <a:gd name="adj" fmla="val 3429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19288" y="4334256"/>
            <a:ext cx="3392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Value 벗기기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37576" y="4681728"/>
            <a:ext cx="337413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L281: p.data만 추출 → 순수 float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추론엔 기울기·그래프 불필요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run.py가 이 파일을 불러 사용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 — train.kr.py vs run.kr.py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3200400"/>
          </a:xfrm>
          <a:prstGeom prst="roundRect">
            <a:avLst>
              <a:gd name="adj" fmla="val 1714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train.kr.py (학습)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자동미분 엔진 있음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backward() 역전파 수행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옵티마이저로 파라미터 갱신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데이터셋 필요 (input.txt)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결과물: model.json 저장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94960" cy="3200400"/>
          </a:xfrm>
          <a:prstGeom prst="roundRect">
            <a:avLst>
              <a:gd name="adj" fmla="val 1714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783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run.kr.py (추론)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없음 — 순수 float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순전파만 (역전파 없음)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옵티마이저 없음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데이터셋 불필요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model.json 불러와 이름 생성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983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공통점: 동일한 아키텍처(gpt/linear/softmax/rmsnorm) — 학습은 Value로, 추론은 float로 같은 계산을 수행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파이프라인:  train.sh  ▶  model.json  ▶  run.sh  ▶  생성된 이름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persistence/train.kr.py 코드 분석</dc:title>
  <dc:subject>PptxGenJS Presentation</dc:subject>
  <dc:creator>Claude Code</dc:creator>
  <cp:lastModifiedBy>Claude Code</cp:lastModifiedBy>
  <cp:revision>1</cp:revision>
  <dcterms:created xsi:type="dcterms:W3CDTF">2026-07-24T23:41:20Z</dcterms:created>
  <dcterms:modified xsi:type="dcterms:W3CDTF">2026-07-24T23:41:20Z</dcterms:modified>
</cp:coreProperties>
</file>