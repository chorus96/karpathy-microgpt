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파라미터 수</c:v>
                </c:pt>
              </c:strCache>
            </c:strRef>
          </c:tx>
          <c:spPr>
            <a:solidFill>
              <a:srgbClr val="58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429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mlp_fc1</c:v>
                  </c:pt>
                  <c:pt idx="1">
                    <c:v>mlp_fc2</c:v>
                  </c:pt>
                  <c:pt idx="2">
                    <c:v>wte</c:v>
                  </c:pt>
                  <c:pt idx="3">
                    <c:v>lm_head</c:v>
                  </c:pt>
                  <c:pt idx="4">
                    <c:v>attn_wq</c:v>
                  </c:pt>
                  <c:pt idx="5">
                    <c:v>attn_wk</c:v>
                  </c:pt>
                  <c:pt idx="6">
                    <c:v>attn_wv</c:v>
                  </c:pt>
                  <c:pt idx="7">
                    <c:v>attn_wo</c:v>
                  </c:pt>
                  <c:pt idx="8">
                    <c:v>wpe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1024</c:v>
                </c:pt>
                <c:pt idx="1">
                  <c:v>1024</c:v>
                </c:pt>
                <c:pt idx="2">
                  <c:v>432</c:v>
                </c:pt>
                <c:pt idx="3">
                  <c:v>432</c:v>
                </c:pt>
                <c:pt idx="4">
                  <c:v>256</c:v>
                </c:pt>
                <c:pt idx="5">
                  <c:v>256</c:v>
                </c:pt>
                <c:pt idx="6">
                  <c:v>256</c:v>
                </c:pt>
                <c:pt idx="7">
                  <c:v>256</c:v>
                </c:pt>
                <c:pt idx="8">
                  <c:v>128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429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292F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694944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3716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</a:t>
            </a:r>
            <a:pPr indent="0" marL="0">
              <a:buNone/>
            </a:pPr>
            <a:r>
              <a:rPr lang="en-US" sz="1600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persistence/run.kr.py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66928" y="2971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Line-by-Line 분석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03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GPT 가중치를 불러와 이름을 생성하는 추론 전용 스크립트 (140줄)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58A6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전용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40280" y="4572000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7EE7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순수 float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31920" y="4572000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D2A8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캐시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23560" y="4572000"/>
            <a:ext cx="1554480" cy="384048"/>
          </a:xfrm>
          <a:prstGeom prst="roundRect">
            <a:avLst>
              <a:gd name="adj" fmla="val 23810"/>
            </a:avLst>
          </a:prstGeom>
          <a:solidFill>
            <a:srgbClr val="F2CC6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샘플링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microgpt · Karpathy · 한국어 주석 버전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구조 한눈에 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L1–140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45920" y="1755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임포트 &amp; 독스트링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09160" y="17739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L1–14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45920" y="22128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· math · json · random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315200" y="1755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인자 파싱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378440" y="17739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L16–33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22128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--model / --samples / --temperature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127248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015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645920" y="33284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로드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09160" y="334670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L35–64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45920" y="37856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model.json → config · chars · weights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3127248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4015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C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15200" y="33284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헬퍼 함수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378440" y="334670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L69–84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37856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 · softmax · rmsnorm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0016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743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645920" y="49011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gpt() 순전파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9160" y="49194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L86–123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5920" y="53583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임베딩 → 어텐션 → MLP → 로짓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17920" y="4700016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497433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315200" y="49011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생성 루프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378440" y="49194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L125–140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15200" y="535838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 → 샘플링 → 반복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임포트 &amp; 독스트링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L1–14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30936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598017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</a:t>
            </a:r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  </a:t>
            </a:r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저장된 GPT를 불러와 텍스트를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  </a:t>
            </a:r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생성. 순전파 추론만 수행.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  </a:t>
            </a:r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사용법: uv run run.py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  </a:t>
            </a:r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11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12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math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13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json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14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086600" y="1554480"/>
            <a:ext cx="452628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87768" y="1682496"/>
            <a:ext cx="4123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모듈 4개 (표준 라이브러리만)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06056" y="2029968"/>
            <a:ext cx="410565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 — CLI 인자(sys.argv), 종료(sys.exit)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— math.exp (softmax 지수 계산)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— model.json 파싱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— random.choices (토큰 샘플링)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086600" y="3840480"/>
            <a:ext cx="45262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87768" y="3968496"/>
            <a:ext cx="4123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06056" y="4315968"/>
            <a:ext cx="410565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PyTorch·NumPy 없이 순수 Python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독스트링: 이 파일이 학습 없는 '추론 전용'임을 명시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학습판(train.py)과 달리 자동미분 Value 클래스가 아예 없음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인자 파싱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L16–33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76656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43737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19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model_path = 'model.json'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20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num_samples = 20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21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0.6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23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sys.argv[1:]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24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0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25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 &lt; len(args):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26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args[i] == '--model':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27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model_path = args[i+1]; i += 2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28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elif args[i] == '--samples':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29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num_samples = int(args[i+1])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30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elif args[i]=='--temperature':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31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temperature = float(args[i+1])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32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else: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33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...; sys.exit(1)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543800" y="1554480"/>
            <a:ext cx="406908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4968" y="168249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없이 손수 파싱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63256" y="2029968"/>
            <a:ext cx="364845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L19–21: 기본값 설정 (플래그 없을 때)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L23: sys.argv[1:] = 프로그램명 뺀 인자들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L25: while 루프로 인자를 하나씩 훑음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+= 2: 플래그와 그 값을 함께 건너뜀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43800" y="3977640"/>
            <a:ext cx="406908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44968" y="410565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타입 변환이 핵심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63256" y="4453128"/>
            <a:ext cx="364845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인자는 항상 문자열 → 변환 필요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int('20') = 20 (샘플 개수)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float('0.6') = 0.6 (온도)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 수 없는 인자는 exit(1)로 오류 종료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디스크에서 모델 로드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L35–64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76656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43737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40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open(model_path,'r') as f: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41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 = json.load(f)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43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  = model['config']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44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chars   = model['chars']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45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weights = model['weights']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48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n_embd = config['n_embd']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52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vocab_size = config['vocab_size']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56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stoi = {ch:i for i,ch in ...}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57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itos = {i:ch for i,ch in ...}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58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 = stoi['&lt;BOS&gt;']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61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state_dict = {k:[list(row)...]}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63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num_params = sum(len(row)...)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543800" y="1554480"/>
            <a:ext cx="406908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4968" y="168249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3요소를 복원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63256" y="2029968"/>
            <a:ext cx="364845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— 하이퍼파라미터 → 아키텍처 재구성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— 문자 목록 → 토크나이저 재구성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— 학습된 순수 float 가중치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with문: 파일을 열고 자동으로 닫음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43800" y="3977640"/>
            <a:ext cx="406908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44968" y="410565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Value가 없나?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63256" y="4453128"/>
            <a:ext cx="364845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L61: 가중치를 순수 float 리스트로 복원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추론엔 기울기가 없어 autograd 래퍼 불필요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계산 그래프 오버헤드 없이 더 빠름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토크나이저는 가중치와 반드시 함께 이동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헬퍼 함수: linear · softmax · rmsnorm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L69–84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94944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62025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69  </a:t>
            </a:r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linear(x, w):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71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[sum(wi*xi for wi,xi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71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in zip(wo,x)) for wo in w]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73  </a:t>
            </a:r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softmax(logits):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75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max_val = max(logits)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76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exps = [math.exp(v-max_val)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76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for v in logits]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77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= sum(exps)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78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[e/total for e in exps]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80  </a:t>
            </a:r>
            <a:pPr algn="l"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rmsnorm(x):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82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ms = sum(xi*xi for xi in x)/len(x)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83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scale = (ms + 1e-5) ** -0.5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84  </a:t>
            </a:r>
            <a:pPr algn="l"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[xi*scale for xi in x]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26680" y="1554480"/>
            <a:ext cx="3886200" cy="1508760"/>
          </a:xfrm>
          <a:prstGeom prst="roundRect">
            <a:avLst>
              <a:gd name="adj" fmla="val 363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27848" y="1682496"/>
            <a:ext cx="3483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— 선형 변환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46136" y="2029968"/>
            <a:ext cx="346557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행렬 w × 벡터 x = 각 행과의 내적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신경망의 가장 기본 연산 (y = Wx)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3200400"/>
            <a:ext cx="3886200" cy="1463040"/>
          </a:xfrm>
          <a:prstGeom prst="roundRect">
            <a:avLst>
              <a:gd name="adj" fmla="val 375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7848" y="3328416"/>
            <a:ext cx="3483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— 확률 분포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46136" y="3675888"/>
            <a:ext cx="34655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빼기로 지수 오버플로 방지(수치 안정화)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학습판과 달리 순수 float · math.exp 사용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26680" y="4773168"/>
            <a:ext cx="38862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27848" y="4901184"/>
            <a:ext cx="3483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rmsnorm — 정규화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6136" y="5248656"/>
            <a:ext cx="34655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제곱평균제곱근으로 벡터 크기 정규화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1e-5: 0 나눗셈 방지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gpt() 순전파 — 임베딩 &amp; 멀티헤드 어텐션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L86–113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04088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71169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88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tok_emb = state_dict['wte'][token_id]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89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pos_emb = state_dict['wpe'][pos_id]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90  </a:t>
            </a:r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[t+p for t,p in zip(...)]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91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rmsnorm(x)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95  </a:t>
            </a:r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x_residual = x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97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linear(x, ...attn_wq)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98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linear(x, ...attn_wk)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99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linear(x, ...attn_wv)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 </a:t>
            </a:r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keys[li].append(k)   # KV 캐시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 </a:t>
            </a:r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h in range(n_head):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attn_logits = [Q·K / √d ...]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109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attn_weights = softmax(...)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head_out = [Σ w·V ...]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  </a:t>
            </a:r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linear(x_attn, ...attn_wo)</a:t>
            </a:r>
            <a:endParaRPr lang="en-US" sz="10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113  </a:t>
            </a:r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[a+b ...]  # 잔차 연결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818120" y="1554480"/>
            <a:ext cx="379476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19288" y="168249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(L88–91)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37576" y="2029968"/>
            <a:ext cx="337413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토큰 임베딩 + 위치 임베딩을 더함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RMSNorm으로 정규화 후 블록 진입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397764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410565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어텐션 (L95–113)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7576" y="4453128"/>
            <a:ext cx="337413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Q·K 내적 / √d = 어텐션 점수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→ 가중치로 V를 가중합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캐시: 이전 K·V 저장·재사용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잔차 연결로 입력을 다시 더함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gpt() 순전파 — MLP &amp; 출력 투영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L114–123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040880" cy="3931920"/>
          </a:xfrm>
          <a:prstGeom prst="roundRect">
            <a:avLst>
              <a:gd name="adj" fmla="val 139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711696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115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x_residual = x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116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rmsnorm(x)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117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linear(x, ...mlp_fc1)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117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확장 16 → 64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[max(0,xi)**2 for xi in x]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118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ReLU^2 활성화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119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linear(x, ...mlp_fc2)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119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축소 64 → 16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[a+b ...]  # 잔차 연결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122  </a:t>
            </a:r>
            <a:pPr algn="l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= linear(x, ...lm_head)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  </a:t>
            </a:r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logits   # 27차원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818120" y="1554480"/>
            <a:ext cx="3794760" cy="233172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19288" y="168249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블록 (L115–120)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37576" y="2029968"/>
            <a:ext cx="337413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fc1: 16 → 64 차원으로 확장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ReLU²: 순수 float라 내장 max(0,x) 사용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(학습판은 Value.relu() 사용)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fc2: 64 → 16 차원으로 축소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잔차 연결로 입력 다시 더함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402336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415137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투영 (L122–123)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7576" y="4498848"/>
            <a:ext cx="33741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lm_head: 16 → 27 (어휘 크기)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= 다음 문자에 대한 로짓 27개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로짓이 샘플링 단계로 전달됨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생성 루프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L125–140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85800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52881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129  </a:t>
            </a:r>
            <a:pPr algn="l"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sample_idx in range(num_samples):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130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keys, values = [[]...], [[]...]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131  </a:t>
            </a:r>
            <a:pPr algn="l"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token_id = BOS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132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result = []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133  </a:t>
            </a:r>
            <a:pPr algn="l"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pos_id in range(block_size):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134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logits = gpt(token_id, ...)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135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probs = softmax([l/temperature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135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for l in logits])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136  </a:t>
            </a:r>
            <a:pPr algn="l"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token_id = random.choices(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136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range(vocab_size), weights=probs)[0]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token_id == BOS: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break   # 이름 끝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139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result.append(itos[token_id])</a:t>
            </a:r>
            <a:endParaRPr lang="en-US" sz="108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140  </a:t>
            </a:r>
            <a:pPr algn="l"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print(f'sample: {...}')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7635240" y="1554480"/>
            <a:ext cx="397764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36408" y="1682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 흐름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54696" y="202996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L131: BOS 토큰에서 시작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L134: gpt()로 다음 문자 로짓 계산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L135: 온도로 분포 조절 후 softmax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L136: 확률에 비례해 다음 토큰 샘플링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35240" y="3977640"/>
            <a:ext cx="397764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410565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온도 &amp; 종료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54696" y="4453128"/>
            <a:ext cx="35570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↓ = 보수적, ↑ = 다양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L137–138: 다시 BOS면 이름 완성 → break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L130: 샘플마다 KV 캐시 초기화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itos로 정수 → 문자 디코딩 후 출력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 — run.kr.py의 핵심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전용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학습·기울기·옵티마이저 없이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순전파만 수행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순수 float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0" y="24231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래퍼 없이 빠르게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(autograd 오버헤드 제거)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66160" cy="2011680"/>
          </a:xfrm>
          <a:prstGeom prst="roundRect">
            <a:avLst>
              <a:gd name="adj" fmla="val 272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train.py의 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66760" y="24231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train.py가 만든 model.json을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불러와 즉시 이름 생성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파이프라인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434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train.sh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816352" y="43434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91840" y="43434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model.json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59552" y="43434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035040" y="43434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02752" y="43434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78240" y="43434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생성된 이름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관련 문서: run.py.kr.md · llm.md · math.md · python.md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run.py가 불러오는 model.json 구조 분석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 KB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58368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25449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"config": {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"n_embd": 16, "n_head": 4,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"n_layer": 1, "block_size": 8,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"vocab_size": 27 },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"chars": ["&lt;BOS&gt;","a","b",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..., "z"],  # 27개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"weights": {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"wte":  [[27x16]],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"wpe":  [[8x16]],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"lm_head": [[27x16]],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"layer0.attn_wq/wk/wv/wo",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"layer0.mlp_fc1/fc2" }</a:t>
            </a:r>
            <a:endParaRPr lang="en-US" sz="12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60920" y="1554480"/>
            <a:ext cx="4251960" cy="1463040"/>
          </a:xfrm>
          <a:prstGeom prst="roundRect">
            <a:avLst>
              <a:gd name="adj" fmla="val 375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62088" y="1682496"/>
            <a:ext cx="3849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— 하이퍼파라미터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0376" y="2029968"/>
            <a:ext cx="3831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아키텍처를 재구성하는 5개 값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run.py가 이 값으로 동일 모델 복원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60920" y="3127248"/>
            <a:ext cx="4251960" cy="1325880"/>
          </a:xfrm>
          <a:prstGeom prst="roundRect">
            <a:avLst>
              <a:gd name="adj" fmla="val 413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62088" y="3255264"/>
            <a:ext cx="3849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— 토크나이저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80376" y="3602736"/>
            <a:ext cx="38313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27개 문자 목록 (&lt;BOS&gt; + a~z)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stoi/itos 재구성에 사용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60920" y="4572000"/>
            <a:ext cx="4251960" cy="1463040"/>
          </a:xfrm>
          <a:prstGeom prst="roundRect">
            <a:avLst>
              <a:gd name="adj" fmla="val 375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62088" y="4700016"/>
            <a:ext cx="3849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— 학습된 지식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0376" y="5047488"/>
            <a:ext cx="3831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9개 행렬, 순수 float 2차원 리스트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래퍼 없음 → 그대로 추론에 사용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 파라미터 분해 — 총 4,064개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966960" y="4572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matrices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766560" cy="4343400"/>
          </a:xfrm>
          <a:prstGeom prst="roundRect">
            <a:avLst>
              <a:gd name="adj" fmla="val 1263"/>
            </a:avLst>
          </a:prstGeom>
          <a:solidFill>
            <a:srgbClr val="F5F7FA"/>
          </a:solidFill>
          <a:ln w="12700">
            <a:solidFill>
              <a:srgbClr val="30363D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85800" y="1737360"/>
          <a:ext cx="64922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600200"/>
            <a:ext cx="406908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44968" y="172821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큰 비중: MLP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63256" y="2075688"/>
            <a:ext cx="364845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mlp_fc1 (64×16) + mlp_fc2 (16×64)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2,048개 (전체의 약 50%)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확장→활성화→축소 구조라 파라미터가 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43800" y="3840480"/>
            <a:ext cx="4069080" cy="2103120"/>
          </a:xfrm>
          <a:prstGeom prst="roundRect">
            <a:avLst>
              <a:gd name="adj" fmla="val 260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44968" y="396849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 요약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63256" y="4315968"/>
            <a:ext cx="36484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wte+wpe: 560개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어텐션 Q/K/V/O: 1,024개 (256×4)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fc1+fc2: 2,048개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lm_head: 432개  → 합계 4,064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persistence/run.kr.py 코드 분석</dc:title>
  <dc:subject>PptxGenJS Presentation</dc:subject>
  <dc:creator>Claude Code</dc:creator>
  <cp:lastModifiedBy>Claude Code</cp:lastModifiedBy>
  <cp:revision>1</cp:revision>
  <dcterms:created xsi:type="dcterms:W3CDTF">2026-07-25T00:19:06Z</dcterms:created>
  <dcterms:modified xsi:type="dcterms:W3CDTF">2026-07-25T00:19:06Z</dcterms:modified>
</cp:coreProperties>
</file>