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영속성 (Persistence)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3200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학습하고, 여러 번 실행하기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microgpt에 학습·추론 분리와 모델 저장(model.json)을 더한 버전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──▶  </a:t>
            </a:r>
            <a:pPr indent="0" marL="0">
              <a:buNone/>
            </a:pPr>
            <a:r>
              <a:rPr lang="en-US" sz="15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model.json</a:t>
            </a:r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──▶  </a:t>
            </a:r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persistence/README.kr.md 분석 · microgpt · Karpathy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 — 원본 gpt.py의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45720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9222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실행마다 처음부터 학습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194560"/>
            <a:ext cx="49377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가중치가 메모리 속 Value 객체로만 존재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직렬화(serialization)가 없음 → 저장 불가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스크립트가 끝나면 학습된 가중치가 사라짐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20개 생성하려고 매번 몇 분씩 재학습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79222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문제인가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64224" y="2194560"/>
            <a:ext cx="50292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알고리즘을 이해하는 데는 충분함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 모델을 실제로 '사용'하기엔 부적합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학습과 추론이 한 번의 실행에 묶여 있음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재사용 불가능한 구조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 번 학습한 가중치를 저장해 두고, 다음부터는 학습 없이 바로 불러 쓸 수는 없을까?"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 — 두 단계로 나누기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스크립트, 그 사이에 하나의 파일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0" cy="548640"/>
          </a:xfrm>
          <a:prstGeom prst="roundRect">
            <a:avLst>
              <a:gd name="adj" fmla="val Infinity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25400">
            <a:solidFill>
              <a:srgbClr val="7EE7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(몇 분)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0574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25400">
            <a:solidFill>
              <a:srgbClr val="F2CC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model.json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가중치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20574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(즉시)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2423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──▶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635240" y="2423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──▶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07822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(train.py)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4480560"/>
            <a:ext cx="4937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데이터셋으로 GPT를 학습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학습이 끝나면 가중치를 model.json으로 저장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번만 실행하면 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393192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407822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(run.py)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64224" y="4480560"/>
            <a:ext cx="5029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model.json을 불러와 즉시 이름 생성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없이 순전파만 → 빠름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만큼 여러 번 실행 가능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model.json — 저장되는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45720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 KB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데이터나 코드 없이도 모델을 재구성하는 데 필요한 모든 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406640" cy="1051560"/>
          </a:xfrm>
          <a:prstGeom prst="roundRect">
            <a:avLst>
              <a:gd name="adj" fmla="val 521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3055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21122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n_embd · n_head · n_layer · block_size · vocab_size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2532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아키텍처를 재구축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72968"/>
            <a:ext cx="7406640" cy="1051560"/>
          </a:xfrm>
          <a:prstGeom prst="roundRect">
            <a:avLst>
              <a:gd name="adj" fmla="val 521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37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3319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["&lt;BOS&gt;", "a", "b", ..., "z"]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3739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토크나이저 재구성 (인코딩/디코딩)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79976"/>
            <a:ext cx="7406640" cy="1051560"/>
          </a:xfrm>
          <a:prstGeom prst="roundRect">
            <a:avLst>
              <a:gd name="adj" fmla="val 521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4456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{"wte": [[0.01, -0.03, ...]], ...}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0" y="49469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학습된 지식 (약 4,000개 float)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965960"/>
            <a:ext cx="3474720" cy="3465576"/>
          </a:xfrm>
          <a:prstGeom prst="roundRect">
            <a:avLst>
              <a:gd name="adj" fmla="val 158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211226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체크포인트 파일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30175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PyTorch의 .pt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안전한 .safetensors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llama.cpp의 .gguf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여기서는 model.json (순수 JSON)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읽을 수 있고, 이식 가능,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불러오는 데 의존성 없음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 — 추론 시점에 무엇이 다른가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84080" y="45720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4가지 없음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래퍼 없음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float 값 (autograd 노드 X)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그래프·기울기 추적 없음 → 빠름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08660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역전파 없음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2585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 메서드가 존재하지 않음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순전파만 필요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옵티마이저 없음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8587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Adam·학습률·모멘텀 버퍼 없음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8660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없음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6600" y="38587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학습 완료 → 데이터 다시 안 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순전파(gpt · linear · softmax · rmsnorm)는 학습판과 동일 — 단지 Value 대신 순수 float로 동작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시작 &amp; CLI 옵션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학습 (몇 분, model.json 생성)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./train.sh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 (즉시, 이름 생성)
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60020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5936" y="174650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단계 워크플로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64224" y="2148840"/>
            <a:ext cx="5029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학습(train.sh) → model.json 생성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번 실행(run.sh) → 매번 즉시 생성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--steps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3429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단계 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873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40873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40873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위치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run.sh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429000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429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1000" y="34290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model.json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72600" y="3429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모델 경로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087368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40873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--samples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0" y="40873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72600" y="4087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생성할 이름 개수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4745736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7457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--temperature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01000" y="47457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72600" y="4745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 (0.1~1.0)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가르쳐 주는 것 — 실제 ML의 패턴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928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91109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학습은 산출물(artifact)을 만든다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606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PyTorch=.pt, llama.cpp=.gguf, 여기=model.json.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형식은 달라도 아이디어는 같다: 학습된 float를 디스크에 직렬화.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18928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32320" y="191109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추론에는 autograd가 필요 없다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2606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학습은 그래프를 쌓지만 추론은 행렬 연산뿐.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제거가 torch.no_grad() / model.eval()의 이유.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41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08760" y="405993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설정(config)은 가중치와 함께 이동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가중치만 있고 하이퍼파라미터가 없으면 복원 불가.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체크포인트가 메타데이터를 함께 묶는 이유.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4041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32320" y="405993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토크나이저도 가중치와 함께 이동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4754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ID 5 = 'e'. 다른 매핑으로 불러오면 전부 깨짐.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토크나이저와 가중치는 분리될 수 없다.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persistence/README.kr — v2 영속성</dc:title>
  <dc:subject>PptxGenJS Presentation</dc:subject>
  <dc:creator>Claude Code</dc:creator>
  <cp:lastModifiedBy>Claude Code</cp:lastModifiedBy>
  <cp:revision>1</cp:revision>
  <dcterms:created xsi:type="dcterms:W3CDTF">2026-07-25T00:47:43Z</dcterms:created>
  <dcterms:modified xsi:type="dcterms:W3CDTF">2026-07-25T00:47:43Z</dcterms:modified>
</cp:coreProperties>
</file>